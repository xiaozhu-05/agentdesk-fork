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智能体项目 Q3 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里程碑：</a:t>
            </a:r>
          </a:p>
          <a:p>
            <a:r>
              <a:t>1. 8 月完成 LangGraph 编排重构</a:t>
            </a:r>
          </a:p>
          <a:p>
            <a:r>
              <a:t>2. 9 月上线多格式文档解析</a:t>
            </a:r>
          </a:p>
          <a:p>
            <a:r>
              <a:t>3. 10 月接入 MCP 工具市场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风险与资源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主要风险：GPU 资源不足</a:t>
            </a:r>
          </a:p>
          <a:p>
            <a:r>
              <a:t>应对：申请追加 2 台 A100，预算 60 万元</a:t>
            </a:r>
          </a:p>
          <a:p>
            <a:r>
              <a:t>人力：算法 4 人 + 后端 3 人 + 前端 2 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